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3.svg" ContentType="image/svg+xml"/>
  <Override PartName="/ppt/media/image-5-10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5" r:id="rId11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EC8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714292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Cinema Seat Booking System</a:t>
            </a:r>
            <a:endParaRPr lang="en-US" sz="4250" dirty="0"/>
          </a:p>
        </p:txBody>
      </p:sp>
      <p:sp>
        <p:nvSpPr>
          <p:cNvPr id="5" name="Text 1"/>
          <p:cNvSpPr/>
          <p:nvPr/>
        </p:nvSpPr>
        <p:spPr>
          <a:xfrm>
            <a:off x="5233360" y="340834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No: [Your Team Number]  |  Java Console Application Project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233360" y="38582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233360" y="4163516"/>
            <a:ext cx="3053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8" name="Text 4"/>
          <p:cNvSpPr/>
          <p:nvPr/>
        </p:nvSpPr>
        <p:spPr>
          <a:xfrm>
            <a:off x="5233360" y="4308773"/>
            <a:ext cx="305387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1.2620030028 - Saisree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76244" y="38582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476244" y="4163516"/>
            <a:ext cx="3053976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7"/>
          <p:cNvSpPr/>
          <p:nvPr/>
        </p:nvSpPr>
        <p:spPr>
          <a:xfrm>
            <a:off x="8476244" y="4308773"/>
            <a:ext cx="305397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2.2620030421 - Thanusha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23776" y="491716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K. Madhavi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1" y="1086346"/>
            <a:ext cx="3513843" cy="46853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276540"/>
            <a:ext cx="6296860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spc="-41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Abstract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5233360" y="2200027"/>
            <a:ext cx="629686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Java-based console cinema system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manages screens, screenings, and per-show seat maps with seat-level booking, class-based pricing, cancellations, and house reporting.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233360" y="3068141"/>
            <a:ext cx="3063104" cy="1290141"/>
          </a:xfrm>
          <a:prstGeom prst="roundRect">
            <a:avLst>
              <a:gd name="adj" fmla="val 5846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31892" y="3266678"/>
            <a:ext cx="2666040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Live Seat Maps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31892" y="3704530"/>
            <a:ext cx="2666040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per-screening seat availability without conflicts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467017" y="3068141"/>
            <a:ext cx="3063203" cy="1290141"/>
          </a:xfrm>
          <a:prstGeom prst="roundRect">
            <a:avLst>
              <a:gd name="adj" fmla="val 5846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65549" y="3266678"/>
            <a:ext cx="2666140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Dynamic Pricing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65549" y="3704530"/>
            <a:ext cx="2666140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Class-based and show-time-based price calculation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233360" y="4528840"/>
            <a:ext cx="6296860" cy="1062534"/>
          </a:xfrm>
          <a:prstGeom prst="roundRect">
            <a:avLst>
              <a:gd name="adj" fmla="val 709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31892" y="4727377"/>
            <a:ext cx="5899796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Performance Analytics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31892" y="5165229"/>
            <a:ext cx="5899796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reporting per film and per show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3005"/>
            <a:ext cx="10868745" cy="63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50" spc="-39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Understanding the Problem Statement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271216"/>
            <a:ext cx="3180774" cy="31808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029" y="2701528"/>
            <a:ext cx="2204387" cy="23202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82333" y="2890639"/>
            <a:ext cx="174997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Problem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882333" y="3361630"/>
            <a:ext cx="1749977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Cinema oversells shows and can't offer a clear seat map, causing groups to get split up.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4507" y="2701528"/>
            <a:ext cx="2204387" cy="23202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39811" y="2890639"/>
            <a:ext cx="174997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Impact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239811" y="3361630"/>
            <a:ext cx="1749977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customer experience, booking conflicts, and inability to track seat availability in real time.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1985" y="2701528"/>
            <a:ext cx="2204387" cy="23202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289" y="2890639"/>
            <a:ext cx="174997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Solution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9597289" y="3361630"/>
            <a:ext cx="1749977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system with live seat maps, conflict-free specific seat booking, class-based pricing, and house performance reporting.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662"/>
            <a:ext cx="10868745" cy="53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1: System Architecture &amp; Design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162" y="1922066"/>
            <a:ext cx="5901086" cy="2700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4713" y="2264264"/>
            <a:ext cx="1438801" cy="19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504713" y="2505763"/>
            <a:ext cx="1438801" cy="229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Booking, Pricing, Reporting rules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21749" y="3151934"/>
            <a:ext cx="1322768" cy="19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321749" y="3393432"/>
            <a:ext cx="1322768" cy="229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Screen, Screening, Seat, Booking, SeatClass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04713" y="3610273"/>
            <a:ext cx="1438801" cy="19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Storage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504713" y="3851771"/>
            <a:ext cx="1438801" cy="22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database for all records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59327" y="1422024"/>
            <a:ext cx="3577143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Design Principles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89529" y="1849636"/>
            <a:ext cx="314694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Console-Based Interface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9529" y="2225179"/>
            <a:ext cx="3146942" cy="326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Lightweight, accessible cinema management system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89529" y="2813050"/>
            <a:ext cx="314694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Entities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9529" y="3188593"/>
            <a:ext cx="3146942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Screen, Screening, Seat, Booking, SeatClass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9529" y="3613150"/>
            <a:ext cx="314694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Persistent Storage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9529" y="3988693"/>
            <a:ext cx="3146942" cy="326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design for shows and booking records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89529" y="4576564"/>
            <a:ext cx="314694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Real-Time Visualization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9529" y="4952107"/>
            <a:ext cx="3146942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seat map rendered per screening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1475" y="5405184"/>
            <a:ext cx="10868745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spc="-19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Java Concepts Used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61475" y="5882977"/>
            <a:ext cx="10868745" cy="364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Datatypes &amp; Operators: int, double, boolean for seat counts and prices; arithmetic and logical operators</a:t>
            </a:r>
            <a:endParaRPr lang="en-US" sz="1100" dirty="0"/>
          </a:p>
          <a:p>
            <a:pPr algn="l" marL="223520" indent="-22352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Methods: modular functions such as calculatePrice(), bookSeat(), cancelBooking()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" y="1066205"/>
            <a:ext cx="3544104" cy="47255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144581"/>
            <a:ext cx="6296860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2: Seat Mapping &amp; Availability</a:t>
            </a:r>
            <a:endParaRPr lang="en-US" sz="32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823442"/>
            <a:ext cx="354401" cy="35440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20612" y="1823442"/>
            <a:ext cx="580960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Live Seat Map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720612" y="2152055"/>
            <a:ext cx="5809609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display of seat availability for each individual screening session.</a:t>
            </a:r>
            <a:endParaRPr lang="en-US" sz="11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2525911"/>
            <a:ext cx="354401" cy="35440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20612" y="2525911"/>
            <a:ext cx="580960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Status Tracking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720612" y="2854523"/>
            <a:ext cx="5809609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seat tracked as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Available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Booked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or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Reserved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at all times.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3228380"/>
            <a:ext cx="354401" cy="35440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20612" y="3228380"/>
            <a:ext cx="580960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Conflict Detection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5720612" y="3556992"/>
            <a:ext cx="5809609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prevention of double-booking during concurrent seat selection.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3360" y="3930848"/>
            <a:ext cx="354401" cy="35440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720612" y="3930848"/>
            <a:ext cx="580960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Seat Classes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5720612" y="4259461"/>
            <a:ext cx="5809609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for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Premium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Economy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seat categories.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233360" y="4583754"/>
            <a:ext cx="629686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Java Concepts Used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5233360" y="5004495"/>
            <a:ext cx="6296860" cy="719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Arrays: storing the seat grid and per-screening seat status</a:t>
            </a:r>
            <a:endParaRPr lang="en-US" sz="1100" dirty="0"/>
          </a:p>
          <a:p>
            <a:pPr algn="l" marL="223520" indent="-22352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Structures: loops for iterating seat maps; if/else and switch for seat-status logic</a:t>
            </a:r>
            <a:endParaRPr lang="en-US" sz="1100" dirty="0"/>
          </a:p>
          <a:p>
            <a:pPr algn="l" marL="223520" indent="-223520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Strings: seat IDs such as E5 and booking reference codes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45"/>
            <a:ext cx="10868745" cy="55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50" spc="-34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3: Booking &amp; Pricing Engine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2187683"/>
            <a:ext cx="6937499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spc="-1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Pricing Formula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84711" y="2701024"/>
            <a:ext cx="7323847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Price = Base Price × Seat Class Multiplier × Time Multiplier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591098"/>
            <a:ext cx="19050" cy="383778"/>
          </a:xfrm>
          <a:prstGeom prst="roundRect">
            <a:avLst>
              <a:gd name="adj" fmla="val 49999"/>
            </a:avLst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111194"/>
            <a:ext cx="6937499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Show-time multipliers apply for peak evening and weekend screenings, enabling dynamic revenue optimization.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237" y="1383705"/>
            <a:ext cx="2854353" cy="28544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4501852"/>
            <a:ext cx="3544799" cy="844352"/>
          </a:xfrm>
          <a:prstGeom prst="roundRect">
            <a:avLst>
              <a:gd name="adj" fmla="val 740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99" y="4663380"/>
            <a:ext cx="3221751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spc="-17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Premium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99" y="5011837"/>
            <a:ext cx="32217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multiplier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3448" y="4501852"/>
            <a:ext cx="3544799" cy="844352"/>
          </a:xfrm>
          <a:prstGeom prst="roundRect">
            <a:avLst>
              <a:gd name="adj" fmla="val 740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4972" y="4663380"/>
            <a:ext cx="3221751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spc="-17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Standard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484972" y="5011837"/>
            <a:ext cx="32217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 multiplier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85421" y="4501852"/>
            <a:ext cx="3544799" cy="844352"/>
          </a:xfrm>
          <a:prstGeom prst="roundRect">
            <a:avLst>
              <a:gd name="adj" fmla="val 740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46945" y="4663380"/>
            <a:ext cx="3221751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spc="-17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Economy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146945" y="5011837"/>
            <a:ext cx="3221751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rate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478066"/>
            <a:ext cx="10868745" cy="824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77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spc="-3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4: Cancellation &amp; Refunds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3149" y="1208683"/>
            <a:ext cx="7545397" cy="3253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0927" y="3824502"/>
            <a:ext cx="1968535" cy="2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Update History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830927" y="3071304"/>
            <a:ext cx="1968535" cy="2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Release Seat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830927" y="2325715"/>
            <a:ext cx="1968535" cy="2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Calculate Refund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830927" y="1572518"/>
            <a:ext cx="1968535" cy="2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spc="-16" kern="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Cancels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1475" y="4566642"/>
            <a:ext cx="3561170" cy="897930"/>
          </a:xfrm>
          <a:prstGeom prst="roundRect">
            <a:avLst>
              <a:gd name="adj" fmla="val 6189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780" y="4717951"/>
            <a:ext cx="325856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Seat Release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2780" y="5020766"/>
            <a:ext cx="325856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Cancelled seats instantly return to Available status on the live map.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5213" y="4566642"/>
            <a:ext cx="3561170" cy="897930"/>
          </a:xfrm>
          <a:prstGeom prst="roundRect">
            <a:avLst>
              <a:gd name="adj" fmla="val 6189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6518" y="4717951"/>
            <a:ext cx="325856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Refund Policy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66518" y="5020766"/>
            <a:ext cx="325856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Refund amount calculated dynamically based on cancellation timing and policy rules.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68951" y="4566642"/>
            <a:ext cx="3561170" cy="897930"/>
          </a:xfrm>
          <a:prstGeom prst="roundRect">
            <a:avLst>
              <a:gd name="adj" fmla="val 6189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0256" y="4717951"/>
            <a:ext cx="325856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20256" y="5020766"/>
            <a:ext cx="325856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booking history maintained for accountability and reporting purposes.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568752"/>
            <a:ext cx="10868745" cy="727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340"/>
            <a:ext cx="10868745" cy="327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spc="-2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5: House Performance Reporting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2862259"/>
            <a:ext cx="5327418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1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Per-Film Metrics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066554"/>
            <a:ext cx="5327418" cy="27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bookings and cumulative revenue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Occupancy rate per screening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Seat class distribution breakdown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61475" y="3386233"/>
            <a:ext cx="5327418" cy="16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spc="-10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Per-Show Analytics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3590528"/>
            <a:ext cx="5327418" cy="27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booking time identification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reports by seat class and show time</a:t>
            </a:r>
            <a:endParaRPr lang="en-US" sz="650" dirty="0"/>
          </a:p>
          <a:p>
            <a:pPr algn="l" marL="132080" indent="-132080">
              <a:lnSpc>
                <a:spcPct val="79000"/>
              </a:lnSpc>
              <a:buSzPct val="100000"/>
              <a:buChar char="•"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Occupancy trends and demand forecasting</a:t>
            </a:r>
            <a:endParaRPr lang="en-US" sz="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548" y="954980"/>
            <a:ext cx="4794626" cy="479474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841206"/>
            <a:ext cx="10868745" cy="474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159"/>
            <a:ext cx="10868745" cy="38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 6: Implementation &amp; Testing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462" y="1071463"/>
            <a:ext cx="2547973" cy="2548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60079" y="2174007"/>
            <a:ext cx="6976392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Java OOP Implementation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60079" y="2432077"/>
            <a:ext cx="7585977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using core Object-Oriented principles — encapsulation, inheritance, and polymorphism — across all system entities.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746500"/>
            <a:ext cx="516818" cy="620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746" y="3849787"/>
            <a:ext cx="1029547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 Testing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234746" y="4076799"/>
            <a:ext cx="10295474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 logic and pricing calculation validation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366716"/>
            <a:ext cx="516818" cy="6202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746" y="4470003"/>
            <a:ext cx="1029547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Integration Testing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234746" y="4697016"/>
            <a:ext cx="10295474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Seat map rendering and conflict detection end-to-end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986933"/>
            <a:ext cx="516818" cy="6202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746" y="5090220"/>
            <a:ext cx="10295474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Performance Testing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234746" y="5317232"/>
            <a:ext cx="10295474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Concurrent booking stress tests for reliability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61475" y="5694388"/>
            <a:ext cx="1086874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Java Concepts Used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61475" y="5969794"/>
            <a:ext cx="10868745" cy="35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Inheritance: SeatClass base class with Premium, Standard, and Economy subclasses</a:t>
            </a:r>
            <a:endParaRPr lang="en-US" sz="800" dirty="0"/>
          </a:p>
          <a:p>
            <a:pPr algn="l" marL="162560" indent="-162560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Overloading / Overriding: overriding calculatePrice() in subclasses; overloading search methods by seat ID or booking reference</a:t>
            </a:r>
            <a:endParaRPr lang="en-US" sz="800" dirty="0"/>
          </a:p>
          <a:p>
            <a:pPr algn="l" marL="162560" indent="-162560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 Handling: try-catch for double-booking attempts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292"/>
            <a:ext cx="10868745" cy="4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Sample Output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31820"/>
            <a:ext cx="1147833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code and the resulting console output from the Cinema Seat Booking System.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335881"/>
            <a:ext cx="10868745" cy="3118048"/>
          </a:xfrm>
          <a:prstGeom prst="roundRect">
            <a:avLst>
              <a:gd name="adj" fmla="val 1615"/>
            </a:avLst>
          </a:prstGeom>
          <a:solidFill>
            <a:srgbClr val="F2F2E7"/>
          </a:solidFill>
          <a:ln/>
        </p:spPr>
      </p:sp>
      <p:sp>
        <p:nvSpPr>
          <p:cNvPr id="5" name="Text 3"/>
          <p:cNvSpPr/>
          <p:nvPr/>
        </p:nvSpPr>
        <p:spPr>
          <a:xfrm>
            <a:off x="805338" y="1455738"/>
            <a:ext cx="10581018" cy="287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Booking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String seatId;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SeatClass seatClass;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double basePrice;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Booking(String seatId, SeatClass seatClass, double basePrice)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this.seatId = seatId;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this.seatClass = seatClass;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this.basePrice = basePrice;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calculatePrice(double timeMultiplier)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basePrice * seatClass.getMultiplier() * timeMultiplier;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4539456"/>
            <a:ext cx="10868745" cy="1582936"/>
          </a:xfrm>
          <a:prstGeom prst="roundRect">
            <a:avLst>
              <a:gd name="adj" fmla="val 3182"/>
            </a:avLst>
          </a:prstGeom>
          <a:solidFill>
            <a:srgbClr val="F2F2E7"/>
          </a:solidFill>
          <a:ln/>
        </p:spPr>
      </p:sp>
      <p:sp>
        <p:nvSpPr>
          <p:cNvPr id="7" name="Text 5"/>
          <p:cNvSpPr/>
          <p:nvPr/>
        </p:nvSpPr>
        <p:spPr>
          <a:xfrm>
            <a:off x="805338" y="4659313"/>
            <a:ext cx="10581018" cy="13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Screening: Inception - Screen 2 - 19:30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Seat: E5 (Premium)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Price: 12.00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Multiplier: 1.5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Multiplier: 1.2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Price: 21.60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Confirmed: BK-20261016-0042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6216781"/>
            <a:ext cx="1147833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Seat E5 booked at the peak evening rate with Premium class pricing.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2026-10-16T04:15:14Z</dcterms:created>
  <dcterms:modified xsi:type="dcterms:W3CDTF">2026-10-16T04:15:14Z</dcterms:modified>
</cp:coreProperties>
</file>